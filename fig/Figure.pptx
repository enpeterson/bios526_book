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7"/>
    <p:restoredTop sz="94658"/>
  </p:normalViewPr>
  <p:slideViewPr>
    <p:cSldViewPr snapToGrid="0">
      <p:cViewPr varScale="1">
        <p:scale>
          <a:sx n="116" d="100"/>
          <a:sy n="116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son, Emily" userId="676e04c8-c061-4335-a7c6-315b16b0f623" providerId="ADAL" clId="{16FBD845-6A7F-274F-90C1-11E43E90BBEC}"/>
    <pc:docChg chg="undo custSel addSld modSld">
      <pc:chgData name="Peterson, Emily" userId="676e04c8-c061-4335-a7c6-315b16b0f623" providerId="ADAL" clId="{16FBD845-6A7F-274F-90C1-11E43E90BBEC}" dt="2024-08-22T19:42:31.445" v="335" actId="20577"/>
      <pc:docMkLst>
        <pc:docMk/>
      </pc:docMkLst>
      <pc:sldChg chg="addSp delSp modSp new mod">
        <pc:chgData name="Peterson, Emily" userId="676e04c8-c061-4335-a7c6-315b16b0f623" providerId="ADAL" clId="{16FBD845-6A7F-274F-90C1-11E43E90BBEC}" dt="2024-08-22T19:42:31.445" v="335" actId="20577"/>
        <pc:sldMkLst>
          <pc:docMk/>
          <pc:sldMk cId="428124155" sldId="257"/>
        </pc:sldMkLst>
        <pc:spChg chg="del">
          <ac:chgData name="Peterson, Emily" userId="676e04c8-c061-4335-a7c6-315b16b0f623" providerId="ADAL" clId="{16FBD845-6A7F-274F-90C1-11E43E90BBEC}" dt="2024-08-22T19:29:51.708" v="1" actId="478"/>
          <ac:spMkLst>
            <pc:docMk/>
            <pc:sldMk cId="428124155" sldId="257"/>
            <ac:spMk id="2" creationId="{F5C5664C-1035-6867-C2F7-2565B3DD4414}"/>
          </ac:spMkLst>
        </pc:spChg>
        <pc:spChg chg="del">
          <ac:chgData name="Peterson, Emily" userId="676e04c8-c061-4335-a7c6-315b16b0f623" providerId="ADAL" clId="{16FBD845-6A7F-274F-90C1-11E43E90BBEC}" dt="2024-08-22T19:29:54.023" v="2" actId="478"/>
          <ac:spMkLst>
            <pc:docMk/>
            <pc:sldMk cId="428124155" sldId="257"/>
            <ac:spMk id="3" creationId="{B6AAE294-EA1D-538B-664F-6C2CFDC8578B}"/>
          </ac:spMkLst>
        </pc:spChg>
        <pc:spChg chg="add mod">
          <ac:chgData name="Peterson, Emily" userId="676e04c8-c061-4335-a7c6-315b16b0f623" providerId="ADAL" clId="{16FBD845-6A7F-274F-90C1-11E43E90BBEC}" dt="2024-08-22T19:39:54.466" v="259" actId="1076"/>
          <ac:spMkLst>
            <pc:docMk/>
            <pc:sldMk cId="428124155" sldId="257"/>
            <ac:spMk id="4" creationId="{E49245E0-A898-9300-A5A6-539864BDD582}"/>
          </ac:spMkLst>
        </pc:spChg>
        <pc:spChg chg="add mod">
          <ac:chgData name="Peterson, Emily" userId="676e04c8-c061-4335-a7c6-315b16b0f623" providerId="ADAL" clId="{16FBD845-6A7F-274F-90C1-11E43E90BBEC}" dt="2024-08-22T19:39:54.466" v="259" actId="1076"/>
          <ac:spMkLst>
            <pc:docMk/>
            <pc:sldMk cId="428124155" sldId="257"/>
            <ac:spMk id="7" creationId="{5F285D36-8C00-3576-B7B3-55477A7AB818}"/>
          </ac:spMkLst>
        </pc:spChg>
        <pc:spChg chg="add mod">
          <ac:chgData name="Peterson, Emily" userId="676e04c8-c061-4335-a7c6-315b16b0f623" providerId="ADAL" clId="{16FBD845-6A7F-274F-90C1-11E43E90BBEC}" dt="2024-08-22T19:39:54.466" v="259" actId="1076"/>
          <ac:spMkLst>
            <pc:docMk/>
            <pc:sldMk cId="428124155" sldId="257"/>
            <ac:spMk id="8" creationId="{8C0A46EA-C64B-82EF-2973-647A4842E441}"/>
          </ac:spMkLst>
        </pc:spChg>
        <pc:spChg chg="add mod">
          <ac:chgData name="Peterson, Emily" userId="676e04c8-c061-4335-a7c6-315b16b0f623" providerId="ADAL" clId="{16FBD845-6A7F-274F-90C1-11E43E90BBEC}" dt="2024-08-22T19:39:54.466" v="259" actId="1076"/>
          <ac:spMkLst>
            <pc:docMk/>
            <pc:sldMk cId="428124155" sldId="257"/>
            <ac:spMk id="19" creationId="{22346455-F708-25F3-4A5A-E6210F5383CE}"/>
          </ac:spMkLst>
        </pc:spChg>
        <pc:spChg chg="add mod">
          <ac:chgData name="Peterson, Emily" userId="676e04c8-c061-4335-a7c6-315b16b0f623" providerId="ADAL" clId="{16FBD845-6A7F-274F-90C1-11E43E90BBEC}" dt="2024-08-22T19:39:54.466" v="259" actId="1076"/>
          <ac:spMkLst>
            <pc:docMk/>
            <pc:sldMk cId="428124155" sldId="257"/>
            <ac:spMk id="21" creationId="{6F4E60D1-0E34-BEBD-2D12-811DD691F64A}"/>
          </ac:spMkLst>
        </pc:spChg>
        <pc:spChg chg="add mod">
          <ac:chgData name="Peterson, Emily" userId="676e04c8-c061-4335-a7c6-315b16b0f623" providerId="ADAL" clId="{16FBD845-6A7F-274F-90C1-11E43E90BBEC}" dt="2024-08-22T19:39:54.466" v="259" actId="1076"/>
          <ac:spMkLst>
            <pc:docMk/>
            <pc:sldMk cId="428124155" sldId="257"/>
            <ac:spMk id="22" creationId="{5E7AD450-7233-8CB9-5175-7A2A7ECA6A5E}"/>
          </ac:spMkLst>
        </pc:spChg>
        <pc:spChg chg="add mod">
          <ac:chgData name="Peterson, Emily" userId="676e04c8-c061-4335-a7c6-315b16b0f623" providerId="ADAL" clId="{16FBD845-6A7F-274F-90C1-11E43E90BBEC}" dt="2024-08-22T19:41:10.657" v="293" actId="20577"/>
          <ac:spMkLst>
            <pc:docMk/>
            <pc:sldMk cId="428124155" sldId="257"/>
            <ac:spMk id="24" creationId="{42AED706-AA64-A351-C1CB-3BD6505AE3F9}"/>
          </ac:spMkLst>
        </pc:spChg>
        <pc:spChg chg="add mod">
          <ac:chgData name="Peterson, Emily" userId="676e04c8-c061-4335-a7c6-315b16b0f623" providerId="ADAL" clId="{16FBD845-6A7F-274F-90C1-11E43E90BBEC}" dt="2024-08-22T19:41:23.398" v="304" actId="20577"/>
          <ac:spMkLst>
            <pc:docMk/>
            <pc:sldMk cId="428124155" sldId="257"/>
            <ac:spMk id="26" creationId="{2D2CA9A9-D7A3-0F76-ABE6-B9F4FA2906B6}"/>
          </ac:spMkLst>
        </pc:spChg>
        <pc:spChg chg="add mod">
          <ac:chgData name="Peterson, Emily" userId="676e04c8-c061-4335-a7c6-315b16b0f623" providerId="ADAL" clId="{16FBD845-6A7F-274F-90C1-11E43E90BBEC}" dt="2024-08-22T19:41:16.699" v="295" actId="20577"/>
          <ac:spMkLst>
            <pc:docMk/>
            <pc:sldMk cId="428124155" sldId="257"/>
            <ac:spMk id="27" creationId="{C85C0D5A-5841-35AB-F5F6-1859471B0662}"/>
          </ac:spMkLst>
        </pc:spChg>
        <pc:spChg chg="add mod">
          <ac:chgData name="Peterson, Emily" userId="676e04c8-c061-4335-a7c6-315b16b0f623" providerId="ADAL" clId="{16FBD845-6A7F-274F-90C1-11E43E90BBEC}" dt="2024-08-22T19:42:07.215" v="324" actId="20577"/>
          <ac:spMkLst>
            <pc:docMk/>
            <pc:sldMk cId="428124155" sldId="257"/>
            <ac:spMk id="34" creationId="{9059CCDD-6F1A-3617-C6B3-520DF24185DA}"/>
          </ac:spMkLst>
        </pc:spChg>
        <pc:spChg chg="add del mod">
          <ac:chgData name="Peterson, Emily" userId="676e04c8-c061-4335-a7c6-315b16b0f623" providerId="ADAL" clId="{16FBD845-6A7F-274F-90C1-11E43E90BBEC}" dt="2024-08-22T19:42:15.724" v="327" actId="478"/>
          <ac:spMkLst>
            <pc:docMk/>
            <pc:sldMk cId="428124155" sldId="257"/>
            <ac:spMk id="35" creationId="{B35AC591-B54A-6148-107E-79711E256CDD}"/>
          </ac:spMkLst>
        </pc:spChg>
        <pc:spChg chg="add mod">
          <ac:chgData name="Peterson, Emily" userId="676e04c8-c061-4335-a7c6-315b16b0f623" providerId="ADAL" clId="{16FBD845-6A7F-274F-90C1-11E43E90BBEC}" dt="2024-08-22T19:42:24.090" v="331" actId="20577"/>
          <ac:spMkLst>
            <pc:docMk/>
            <pc:sldMk cId="428124155" sldId="257"/>
            <ac:spMk id="36" creationId="{2D2DF640-2A5C-96C3-E031-16777DE55174}"/>
          </ac:spMkLst>
        </pc:spChg>
        <pc:spChg chg="add mod">
          <ac:chgData name="Peterson, Emily" userId="676e04c8-c061-4335-a7c6-315b16b0f623" providerId="ADAL" clId="{16FBD845-6A7F-274F-90C1-11E43E90BBEC}" dt="2024-08-22T19:42:31.445" v="335" actId="20577"/>
          <ac:spMkLst>
            <pc:docMk/>
            <pc:sldMk cId="428124155" sldId="257"/>
            <ac:spMk id="37" creationId="{23371BB8-6091-BAFA-B1AC-842F07873628}"/>
          </ac:spMkLst>
        </pc:spChg>
        <pc:cxnChg chg="add mod">
          <ac:chgData name="Peterson, Emily" userId="676e04c8-c061-4335-a7c6-315b16b0f623" providerId="ADAL" clId="{16FBD845-6A7F-274F-90C1-11E43E90BBEC}" dt="2024-08-22T19:39:54.466" v="259" actId="1076"/>
          <ac:cxnSpMkLst>
            <pc:docMk/>
            <pc:sldMk cId="428124155" sldId="257"/>
            <ac:cxnSpMk id="6" creationId="{5020DDE9-9221-AA31-9586-448373FEC3C2}"/>
          </ac:cxnSpMkLst>
        </pc:cxnChg>
        <pc:cxnChg chg="add mod">
          <ac:chgData name="Peterson, Emily" userId="676e04c8-c061-4335-a7c6-315b16b0f623" providerId="ADAL" clId="{16FBD845-6A7F-274F-90C1-11E43E90BBEC}" dt="2024-08-22T19:39:54.466" v="259" actId="1076"/>
          <ac:cxnSpMkLst>
            <pc:docMk/>
            <pc:sldMk cId="428124155" sldId="257"/>
            <ac:cxnSpMk id="9" creationId="{ED83232B-4E34-5938-3821-A543E846F394}"/>
          </ac:cxnSpMkLst>
        </pc:cxnChg>
        <pc:cxnChg chg="add mod">
          <ac:chgData name="Peterson, Emily" userId="676e04c8-c061-4335-a7c6-315b16b0f623" providerId="ADAL" clId="{16FBD845-6A7F-274F-90C1-11E43E90BBEC}" dt="2024-08-22T19:39:54.466" v="259" actId="1076"/>
          <ac:cxnSpMkLst>
            <pc:docMk/>
            <pc:sldMk cId="428124155" sldId="257"/>
            <ac:cxnSpMk id="15" creationId="{C6336ABE-5DC8-ABBD-730C-4F6893A009C3}"/>
          </ac:cxnSpMkLst>
        </pc:cxnChg>
        <pc:cxnChg chg="add mod">
          <ac:chgData name="Peterson, Emily" userId="676e04c8-c061-4335-a7c6-315b16b0f623" providerId="ADAL" clId="{16FBD845-6A7F-274F-90C1-11E43E90BBEC}" dt="2024-08-22T19:39:54.466" v="259" actId="1076"/>
          <ac:cxnSpMkLst>
            <pc:docMk/>
            <pc:sldMk cId="428124155" sldId="257"/>
            <ac:cxnSpMk id="20" creationId="{FEB17197-1062-6F0B-BF29-8F3859ADC9A9}"/>
          </ac:cxnSpMkLst>
        </pc:cxnChg>
        <pc:cxnChg chg="add mod">
          <ac:chgData name="Peterson, Emily" userId="676e04c8-c061-4335-a7c6-315b16b0f623" providerId="ADAL" clId="{16FBD845-6A7F-274F-90C1-11E43E90BBEC}" dt="2024-08-22T19:39:54.466" v="259" actId="1076"/>
          <ac:cxnSpMkLst>
            <pc:docMk/>
            <pc:sldMk cId="428124155" sldId="257"/>
            <ac:cxnSpMk id="23" creationId="{04677B02-2B64-8511-A95C-148EC59F0890}"/>
          </ac:cxnSpMkLst>
        </pc:cxnChg>
        <pc:cxnChg chg="add mod">
          <ac:chgData name="Peterson, Emily" userId="676e04c8-c061-4335-a7c6-315b16b0f623" providerId="ADAL" clId="{16FBD845-6A7F-274F-90C1-11E43E90BBEC}" dt="2024-08-22T19:40:33.809" v="264" actId="1076"/>
          <ac:cxnSpMkLst>
            <pc:docMk/>
            <pc:sldMk cId="428124155" sldId="257"/>
            <ac:cxnSpMk id="25" creationId="{4AABF52F-FA84-342B-8E21-019389940146}"/>
          </ac:cxnSpMkLst>
        </pc:cxnChg>
        <pc:cxnChg chg="add mod">
          <ac:chgData name="Peterson, Emily" userId="676e04c8-c061-4335-a7c6-315b16b0f623" providerId="ADAL" clId="{16FBD845-6A7F-274F-90C1-11E43E90BBEC}" dt="2024-08-22T19:40:33.809" v="264" actId="1076"/>
          <ac:cxnSpMkLst>
            <pc:docMk/>
            <pc:sldMk cId="428124155" sldId="257"/>
            <ac:cxnSpMk id="28" creationId="{647B7189-6468-F4CF-7749-1AB954DDC2FD}"/>
          </ac:cxnSpMkLst>
        </pc:cxnChg>
        <pc:cxnChg chg="add mod">
          <ac:chgData name="Peterson, Emily" userId="676e04c8-c061-4335-a7c6-315b16b0f623" providerId="ADAL" clId="{16FBD845-6A7F-274F-90C1-11E43E90BBEC}" dt="2024-08-22T19:40:37.044" v="265" actId="14100"/>
          <ac:cxnSpMkLst>
            <pc:docMk/>
            <pc:sldMk cId="428124155" sldId="257"/>
            <ac:cxnSpMk id="29" creationId="{73FFA0B3-41AB-C402-A53D-9C3C5D6B98EF}"/>
          </ac:cxnSpMkLst>
        </pc:cxnChg>
        <pc:cxnChg chg="add mod">
          <ac:chgData name="Peterson, Emily" userId="676e04c8-c061-4335-a7c6-315b16b0f623" providerId="ADAL" clId="{16FBD845-6A7F-274F-90C1-11E43E90BBEC}" dt="2024-08-22T19:41:41.528" v="306" actId="1076"/>
          <ac:cxnSpMkLst>
            <pc:docMk/>
            <pc:sldMk cId="428124155" sldId="257"/>
            <ac:cxnSpMk id="32" creationId="{7DD99059-6782-6444-E8AA-118382E9691D}"/>
          </ac:cxnSpMkLst>
        </pc:cxnChg>
        <pc:cxnChg chg="add mod">
          <ac:chgData name="Peterson, Emily" userId="676e04c8-c061-4335-a7c6-315b16b0f623" providerId="ADAL" clId="{16FBD845-6A7F-274F-90C1-11E43E90BBEC}" dt="2024-08-22T19:41:51.175" v="308" actId="1076"/>
          <ac:cxnSpMkLst>
            <pc:docMk/>
            <pc:sldMk cId="428124155" sldId="257"/>
            <ac:cxnSpMk id="33" creationId="{4159B172-9987-B7F9-CD9E-F9B5B9FC95F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32BF-DAED-1C9B-3B51-4DE8B0C1C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2C7FF-5C74-77BF-0083-71D382EC6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D7E1C-EB89-1BC9-1EDA-4C386381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D6D15-3D45-479B-7583-5AF624A1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A2961-3E7C-EC95-26DC-98B5EB87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1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B6F5-DE3C-D771-6F2C-224EF8B5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68F1-2C22-2FA8-1615-9F3EF4942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1769-494C-2A07-15E2-57000E23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35EC5-89EE-9A4E-0D0C-C0990179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8D92B-B7EB-7AD7-FC10-016D441B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77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8303-AA87-C794-4D17-108ADB4F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BF738-F612-8D09-4689-BFC3F7C7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E36B-EF7E-A271-795D-4BF90AC9C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949FA-BECC-24C1-9DE1-E39380389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992ED-B242-2D58-BDC9-54619C7C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6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DE76-E3D0-2332-1D14-B2DC4F1A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EF5D-FC94-6962-3DF0-5F8C0FD66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6BE6D-E38F-0DC9-65C1-FAEA15D2D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ED805-0B85-C961-672A-EE037522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FC81A-66E9-1B44-5D5C-A3AEC6EF7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9444C-2CA9-7C0D-ED08-0E32BA47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4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2A2C-121A-7F0F-4BEE-3AEAF8B1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1E2AA-3242-3263-400E-82FB59B86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63B70-2FB5-3C91-A79B-A71A5B454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C0559-6ED8-1958-56E8-AF9A7179C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2373C-546D-EE22-8411-71561A8F7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5E135-1FD0-52EC-785A-39E487F9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E0640-82E2-22E1-A24F-FD659AB2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27D20F-AAE2-4D1B-D74B-58B78EC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2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C98E-40A5-5A8A-3FAC-BB77355B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DA696-76A4-4C28-99D7-87328234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5AB1D-7D01-66A8-49A5-3BAF7D96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40E13-4E49-E3B2-0FC3-1915B8CF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9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55181-BEBF-2755-D17A-376EE5DF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BBCEF-1963-1A8C-76CA-98C0E552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A2D6B-9FFB-E610-DB0B-F90F29F9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9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0EEF-28E8-53A2-416D-8E06F5A4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92D3A-3A66-E6A5-FF64-8444DDC5B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7F9F8-216E-8665-C0EE-D8DFF669C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BCF9F-8A4A-0851-C4CF-BA6ACFCD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1A0E-6F50-CC4A-70DD-A6F217C8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4D94E-51CE-9810-495A-FC4D08DA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2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A404-0920-1D7B-B017-4ED8E4FE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ECCE4-7E98-0636-112C-C0CABA6A3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BE5BA-C5B8-4A1D-52FC-F78E2A22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04FF3-D4EC-D76B-E062-A7B2D695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165A6-89BD-8E63-9752-2984EB77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4ECA6-12DB-5EED-D934-2BBF1FBE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7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7866-849C-2F3D-2225-D84E68FA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E95A3-278B-AD43-95AC-97C35C6A5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1CC76-D91F-A006-5218-3A46C63B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792D1-6DC7-17D8-4C4B-A853AF44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97C59-691B-6221-72B3-96960F46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2BE28-1345-CEF8-8008-80A0BC734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6D6BB-2C47-CF5E-D1B5-8D32DC6EA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39235-2709-C217-8251-30E1B875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4B602-EF01-7BD8-E5CA-1E4D6D958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891F-99A8-47DA-9D4A-D00DD1D6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8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2B5AF-E5DB-7FE0-8824-1847429D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CCB17-4829-ECDA-6BCF-7B7235A3E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9E22C-12E7-A0DD-FED1-D5E4A2E4F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9787B-B023-5246-9BEC-9473D8BB58DB}" type="datetimeFigureOut">
              <a:rPr lang="en-US" smtClean="0"/>
              <a:t>8/22/24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C1A64-F2F0-D2F0-B48E-4EB3FFF64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7D71A-A5B4-782E-5C99-172DE6608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45703-1DF2-784E-B29D-0A5BAE32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1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14B02-F788-6485-BE91-9A405759896D}"/>
              </a:ext>
            </a:extLst>
          </p:cNvPr>
          <p:cNvSpPr/>
          <p:nvPr/>
        </p:nvSpPr>
        <p:spPr>
          <a:xfrm>
            <a:off x="353570" y="1063256"/>
            <a:ext cx="3484783" cy="2987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76E46-4489-0E81-C907-8686939D0D6E}"/>
              </a:ext>
            </a:extLst>
          </p:cNvPr>
          <p:cNvSpPr txBox="1"/>
          <p:nvPr/>
        </p:nvSpPr>
        <p:spPr>
          <a:xfrm>
            <a:off x="1968370" y="3955312"/>
            <a:ext cx="127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F37CA-FC38-62B1-1F3A-E7CBE24BF637}"/>
              </a:ext>
            </a:extLst>
          </p:cNvPr>
          <p:cNvSpPr txBox="1"/>
          <p:nvPr/>
        </p:nvSpPr>
        <p:spPr>
          <a:xfrm rot="16200000">
            <a:off x="88973" y="2276771"/>
            <a:ext cx="19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7A49F-18A1-F108-B6A6-A56F04B3BAD1}"/>
              </a:ext>
            </a:extLst>
          </p:cNvPr>
          <p:cNvSpPr txBox="1"/>
          <p:nvPr/>
        </p:nvSpPr>
        <p:spPr>
          <a:xfrm>
            <a:off x="894482" y="693924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Intercepts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57787-B58C-4A95-1DFB-294434D7E98D}"/>
              </a:ext>
            </a:extLst>
          </p:cNvPr>
          <p:cNvSpPr/>
          <p:nvPr/>
        </p:nvSpPr>
        <p:spPr>
          <a:xfrm>
            <a:off x="4191922" y="1063255"/>
            <a:ext cx="3484783" cy="2987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60C48-4C4C-924D-A9A2-87DDF5045A09}"/>
              </a:ext>
            </a:extLst>
          </p:cNvPr>
          <p:cNvSpPr txBox="1"/>
          <p:nvPr/>
        </p:nvSpPr>
        <p:spPr>
          <a:xfrm>
            <a:off x="5806722" y="3955311"/>
            <a:ext cx="127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1D97F1-ACFC-C44E-43EB-F5A0FA947EDC}"/>
              </a:ext>
            </a:extLst>
          </p:cNvPr>
          <p:cNvSpPr txBox="1"/>
          <p:nvPr/>
        </p:nvSpPr>
        <p:spPr>
          <a:xfrm rot="16200000">
            <a:off x="3927325" y="2276770"/>
            <a:ext cx="19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C0CB6-2B29-DC79-E530-91E86BD3745C}"/>
              </a:ext>
            </a:extLst>
          </p:cNvPr>
          <p:cNvSpPr txBox="1"/>
          <p:nvPr/>
        </p:nvSpPr>
        <p:spPr>
          <a:xfrm>
            <a:off x="4732834" y="693923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Slopes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58B6BD-3D7B-141A-3DD3-A868D95E9F6F}"/>
              </a:ext>
            </a:extLst>
          </p:cNvPr>
          <p:cNvSpPr/>
          <p:nvPr/>
        </p:nvSpPr>
        <p:spPr>
          <a:xfrm>
            <a:off x="8030274" y="1063254"/>
            <a:ext cx="3484783" cy="29877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8F5CD-792C-1ADF-878B-268AD6409F4B}"/>
              </a:ext>
            </a:extLst>
          </p:cNvPr>
          <p:cNvSpPr txBox="1"/>
          <p:nvPr/>
        </p:nvSpPr>
        <p:spPr>
          <a:xfrm>
            <a:off x="9645074" y="3955310"/>
            <a:ext cx="127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453387-D419-31F4-2971-D4380B3583C8}"/>
              </a:ext>
            </a:extLst>
          </p:cNvPr>
          <p:cNvSpPr txBox="1"/>
          <p:nvPr/>
        </p:nvSpPr>
        <p:spPr>
          <a:xfrm rot="16200000">
            <a:off x="7765677" y="2276769"/>
            <a:ext cx="19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35A9D-CCE7-EA33-CA0A-C19BE7DA4528}"/>
              </a:ext>
            </a:extLst>
          </p:cNvPr>
          <p:cNvSpPr txBox="1"/>
          <p:nvPr/>
        </p:nvSpPr>
        <p:spPr>
          <a:xfrm>
            <a:off x="8139043" y="696729"/>
            <a:ext cx="326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Intercepts and Slopes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2A815B-58EA-5AC6-4DB5-4E221A44210C}"/>
              </a:ext>
            </a:extLst>
          </p:cNvPr>
          <p:cNvCxnSpPr/>
          <p:nvPr/>
        </p:nvCxnSpPr>
        <p:spPr>
          <a:xfrm flipV="1">
            <a:off x="584791" y="1562986"/>
            <a:ext cx="2115879" cy="11164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A6F5B4-9CF3-ADB5-7837-F596FBE1053E}"/>
              </a:ext>
            </a:extLst>
          </p:cNvPr>
          <p:cNvCxnSpPr/>
          <p:nvPr/>
        </p:nvCxnSpPr>
        <p:spPr>
          <a:xfrm flipV="1">
            <a:off x="584791" y="1850434"/>
            <a:ext cx="2115879" cy="11164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AE94E7-F768-211B-EE3C-1721FD8061BC}"/>
              </a:ext>
            </a:extLst>
          </p:cNvPr>
          <p:cNvCxnSpPr/>
          <p:nvPr/>
        </p:nvCxnSpPr>
        <p:spPr>
          <a:xfrm flipV="1">
            <a:off x="570863" y="1275538"/>
            <a:ext cx="2115879" cy="111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65BC3D-C451-6008-B836-A6D8F05DC61B}"/>
              </a:ext>
            </a:extLst>
          </p:cNvPr>
          <p:cNvCxnSpPr/>
          <p:nvPr/>
        </p:nvCxnSpPr>
        <p:spPr>
          <a:xfrm flipV="1">
            <a:off x="570863" y="2105061"/>
            <a:ext cx="2115879" cy="111641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4EC18A-85D1-6EE4-69EC-A80025209D98}"/>
              </a:ext>
            </a:extLst>
          </p:cNvPr>
          <p:cNvCxnSpPr/>
          <p:nvPr/>
        </p:nvCxnSpPr>
        <p:spPr>
          <a:xfrm flipV="1">
            <a:off x="584791" y="2344478"/>
            <a:ext cx="2115879" cy="111641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EA5BB2C-7664-04F8-B3FC-E6A28BC8C263}"/>
              </a:ext>
            </a:extLst>
          </p:cNvPr>
          <p:cNvSpPr txBox="1"/>
          <p:nvPr/>
        </p:nvSpPr>
        <p:spPr>
          <a:xfrm>
            <a:off x="2645559" y="1106437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09B120-F84E-97BC-CEE7-DD4DA1EACD0F}"/>
              </a:ext>
            </a:extLst>
          </p:cNvPr>
          <p:cNvSpPr txBox="1"/>
          <p:nvPr/>
        </p:nvSpPr>
        <p:spPr>
          <a:xfrm>
            <a:off x="2657725" y="1376276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EE9633-CA87-115B-B09E-89856E1C0B75}"/>
              </a:ext>
            </a:extLst>
          </p:cNvPr>
          <p:cNvSpPr txBox="1"/>
          <p:nvPr/>
        </p:nvSpPr>
        <p:spPr>
          <a:xfrm>
            <a:off x="2684347" y="1933461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441F5D-A6E9-2CEB-42A2-54B2C90F81CD}"/>
              </a:ext>
            </a:extLst>
          </p:cNvPr>
          <p:cNvSpPr txBox="1"/>
          <p:nvPr/>
        </p:nvSpPr>
        <p:spPr>
          <a:xfrm>
            <a:off x="2672928" y="2230969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96F00D-6E06-96F7-109C-83890FDF41B6}"/>
              </a:ext>
            </a:extLst>
          </p:cNvPr>
          <p:cNvSpPr txBox="1"/>
          <p:nvPr/>
        </p:nvSpPr>
        <p:spPr>
          <a:xfrm>
            <a:off x="2684347" y="1663724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DC6DC56-DBD5-4154-ED7F-4AB16DA3A510}"/>
              </a:ext>
            </a:extLst>
          </p:cNvPr>
          <p:cNvCxnSpPr>
            <a:cxnSpLocks/>
          </p:cNvCxnSpPr>
          <p:nvPr/>
        </p:nvCxnSpPr>
        <p:spPr>
          <a:xfrm flipV="1">
            <a:off x="4662632" y="1817612"/>
            <a:ext cx="2260078" cy="689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EFC5B2-9D65-2F72-E39E-061E76ED053C}"/>
              </a:ext>
            </a:extLst>
          </p:cNvPr>
          <p:cNvCxnSpPr>
            <a:cxnSpLocks/>
          </p:cNvCxnSpPr>
          <p:nvPr/>
        </p:nvCxnSpPr>
        <p:spPr>
          <a:xfrm flipV="1">
            <a:off x="4676561" y="2448890"/>
            <a:ext cx="2319202" cy="5799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73501E-448B-F49E-8AA1-500BD9C478E2}"/>
              </a:ext>
            </a:extLst>
          </p:cNvPr>
          <p:cNvCxnSpPr/>
          <p:nvPr/>
        </p:nvCxnSpPr>
        <p:spPr>
          <a:xfrm flipV="1">
            <a:off x="4662633" y="1365642"/>
            <a:ext cx="2115879" cy="1116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FA9A136-5C20-0937-80B1-8B9BCE04C3FC}"/>
              </a:ext>
            </a:extLst>
          </p:cNvPr>
          <p:cNvCxnSpPr>
            <a:cxnSpLocks/>
          </p:cNvCxnSpPr>
          <p:nvPr/>
        </p:nvCxnSpPr>
        <p:spPr>
          <a:xfrm>
            <a:off x="4662631" y="2477886"/>
            <a:ext cx="2210183" cy="74359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EB17A5-A4D3-DF2F-C665-D335778A8B7B}"/>
              </a:ext>
            </a:extLst>
          </p:cNvPr>
          <p:cNvCxnSpPr>
            <a:cxnSpLocks/>
          </p:cNvCxnSpPr>
          <p:nvPr/>
        </p:nvCxnSpPr>
        <p:spPr>
          <a:xfrm>
            <a:off x="4662630" y="2477886"/>
            <a:ext cx="1855498" cy="115863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BC43736-E901-D773-24AF-47858A670181}"/>
              </a:ext>
            </a:extLst>
          </p:cNvPr>
          <p:cNvSpPr txBox="1"/>
          <p:nvPr/>
        </p:nvSpPr>
        <p:spPr>
          <a:xfrm>
            <a:off x="6872814" y="1655731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6B9403-8486-CF6A-F359-89FBBEFD16F6}"/>
              </a:ext>
            </a:extLst>
          </p:cNvPr>
          <p:cNvSpPr txBox="1"/>
          <p:nvPr/>
        </p:nvSpPr>
        <p:spPr>
          <a:xfrm>
            <a:off x="6719242" y="3179350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642BE-771F-FB95-8697-C3B914484376}"/>
              </a:ext>
            </a:extLst>
          </p:cNvPr>
          <p:cNvSpPr txBox="1"/>
          <p:nvPr/>
        </p:nvSpPr>
        <p:spPr>
          <a:xfrm>
            <a:off x="6230632" y="3619052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7B7871-18FD-7032-EC1C-AF00D4A84C78}"/>
              </a:ext>
            </a:extLst>
          </p:cNvPr>
          <p:cNvSpPr txBox="1"/>
          <p:nvPr/>
        </p:nvSpPr>
        <p:spPr>
          <a:xfrm>
            <a:off x="6821208" y="2218793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6A382F-029C-5103-925F-6F162C513597}"/>
              </a:ext>
            </a:extLst>
          </p:cNvPr>
          <p:cNvSpPr txBox="1"/>
          <p:nvPr/>
        </p:nvSpPr>
        <p:spPr>
          <a:xfrm>
            <a:off x="6738999" y="1194196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A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C237D8-F481-27FF-5E1D-CDD4A891B4FE}"/>
              </a:ext>
            </a:extLst>
          </p:cNvPr>
          <p:cNvCxnSpPr>
            <a:cxnSpLocks/>
          </p:cNvCxnSpPr>
          <p:nvPr/>
        </p:nvCxnSpPr>
        <p:spPr>
          <a:xfrm flipV="1">
            <a:off x="8399605" y="1599932"/>
            <a:ext cx="2118235" cy="21525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51DC5A2-C558-AA69-FE0C-2ED38BD7791F}"/>
              </a:ext>
            </a:extLst>
          </p:cNvPr>
          <p:cNvCxnSpPr>
            <a:cxnSpLocks/>
          </p:cNvCxnSpPr>
          <p:nvPr/>
        </p:nvCxnSpPr>
        <p:spPr>
          <a:xfrm>
            <a:off x="8415367" y="2801637"/>
            <a:ext cx="2320391" cy="19370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EEED7E2-0173-7CAB-55E2-5A81CA6A42AB}"/>
              </a:ext>
            </a:extLst>
          </p:cNvPr>
          <p:cNvCxnSpPr>
            <a:cxnSpLocks/>
          </p:cNvCxnSpPr>
          <p:nvPr/>
        </p:nvCxnSpPr>
        <p:spPr>
          <a:xfrm>
            <a:off x="8360091" y="1454155"/>
            <a:ext cx="2428017" cy="299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FFA442C-5CCD-5EC6-95C4-2BAD2B61CCFF}"/>
              </a:ext>
            </a:extLst>
          </p:cNvPr>
          <p:cNvCxnSpPr>
            <a:cxnSpLocks/>
          </p:cNvCxnSpPr>
          <p:nvPr/>
        </p:nvCxnSpPr>
        <p:spPr>
          <a:xfrm>
            <a:off x="8415367" y="1963508"/>
            <a:ext cx="2088545" cy="17849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A7B7204-C7E8-1377-B1E6-D4E016F51003}"/>
              </a:ext>
            </a:extLst>
          </p:cNvPr>
          <p:cNvCxnSpPr/>
          <p:nvPr/>
        </p:nvCxnSpPr>
        <p:spPr>
          <a:xfrm flipV="1">
            <a:off x="8401961" y="2381424"/>
            <a:ext cx="2115879" cy="111641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2020717-8425-A899-99BA-EC893D4218D8}"/>
              </a:ext>
            </a:extLst>
          </p:cNvPr>
          <p:cNvSpPr txBox="1"/>
          <p:nvPr/>
        </p:nvSpPr>
        <p:spPr>
          <a:xfrm>
            <a:off x="10189796" y="1332385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541836-6B1D-6CC2-DD25-65F33068FFE9}"/>
              </a:ext>
            </a:extLst>
          </p:cNvPr>
          <p:cNvSpPr txBox="1"/>
          <p:nvPr/>
        </p:nvSpPr>
        <p:spPr>
          <a:xfrm>
            <a:off x="10452989" y="1972908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5B86F4-1A7E-6F2C-08B0-3F1EA7D76823}"/>
              </a:ext>
            </a:extLst>
          </p:cNvPr>
          <p:cNvSpPr txBox="1"/>
          <p:nvPr/>
        </p:nvSpPr>
        <p:spPr>
          <a:xfrm>
            <a:off x="10471055" y="2239233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B7F2C7-6C7A-6B03-3A49-1239ADE0CD64}"/>
              </a:ext>
            </a:extLst>
          </p:cNvPr>
          <p:cNvSpPr txBox="1"/>
          <p:nvPr/>
        </p:nvSpPr>
        <p:spPr>
          <a:xfrm>
            <a:off x="10684612" y="2940499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FE0273-BE50-1D94-F18A-FCEEC72C7E42}"/>
              </a:ext>
            </a:extLst>
          </p:cNvPr>
          <p:cNvSpPr txBox="1"/>
          <p:nvPr/>
        </p:nvSpPr>
        <p:spPr>
          <a:xfrm>
            <a:off x="10718077" y="1625684"/>
            <a:ext cx="97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Group A</a:t>
            </a:r>
          </a:p>
        </p:txBody>
      </p:sp>
    </p:spTree>
    <p:extLst>
      <p:ext uri="{BB962C8B-B14F-4D97-AF65-F5344CB8AC3E}">
        <p14:creationId xmlns:p14="http://schemas.microsoft.com/office/powerpoint/2010/main" val="180576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49245E0-A898-9300-A5A6-539864BDD582}"/>
                  </a:ext>
                </a:extLst>
              </p:cNvPr>
              <p:cNvSpPr/>
              <p:nvPr/>
            </p:nvSpPr>
            <p:spPr>
              <a:xfrm>
                <a:off x="4516915" y="6114360"/>
                <a:ext cx="1501881" cy="485077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49245E0-A898-9300-A5A6-539864BDD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915" y="6114360"/>
                <a:ext cx="1501881" cy="485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20DDE9-9221-AA31-9586-448373FEC3C2}"/>
              </a:ext>
            </a:extLst>
          </p:cNvPr>
          <p:cNvCxnSpPr>
            <a:cxnSpLocks/>
          </p:cNvCxnSpPr>
          <p:nvPr/>
        </p:nvCxnSpPr>
        <p:spPr>
          <a:xfrm>
            <a:off x="4269826" y="5622311"/>
            <a:ext cx="346242" cy="4920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285D36-8C00-3576-B7B3-55477A7AB818}"/>
              </a:ext>
            </a:extLst>
          </p:cNvPr>
          <p:cNvSpPr txBox="1"/>
          <p:nvPr/>
        </p:nvSpPr>
        <p:spPr>
          <a:xfrm>
            <a:off x="3065555" y="4883647"/>
            <a:ext cx="1266940" cy="7386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Level 1 covariates within child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0A46EA-C64B-82EF-2973-647A4842E441}"/>
              </a:ext>
            </a:extLst>
          </p:cNvPr>
          <p:cNvSpPr/>
          <p:nvPr/>
        </p:nvSpPr>
        <p:spPr>
          <a:xfrm>
            <a:off x="6096480" y="4883647"/>
            <a:ext cx="1156771" cy="100941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Level 1 covariate </a:t>
            </a:r>
            <a:r>
              <a:rPr lang="en-US" sz="1200" dirty="0" err="1">
                <a:solidFill>
                  <a:schemeClr val="tx1"/>
                </a:solidFill>
              </a:rPr>
              <a:t>coeffs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83232B-4E34-5938-3821-A543E846F394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5883007" y="5745240"/>
            <a:ext cx="382878" cy="369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336ABE-5DC8-ABBD-730C-4F6893A009C3}"/>
              </a:ext>
            </a:extLst>
          </p:cNvPr>
          <p:cNvCxnSpPr>
            <a:cxnSpLocks/>
          </p:cNvCxnSpPr>
          <p:nvPr/>
        </p:nvCxnSpPr>
        <p:spPr>
          <a:xfrm>
            <a:off x="5174136" y="4803354"/>
            <a:ext cx="0" cy="131100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2346455-F708-25F3-4A5A-E6210F5383CE}"/>
                  </a:ext>
                </a:extLst>
              </p:cNvPr>
              <p:cNvSpPr/>
              <p:nvPr/>
            </p:nvSpPr>
            <p:spPr>
              <a:xfrm>
                <a:off x="4616068" y="3793935"/>
                <a:ext cx="1156771" cy="100941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𝐶h𝑖𝑙𝑑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𝑖𝑛𝑡𝑒𝑟𝑐𝑒𝑝𝑡𝑠</m:t>
                      </m:r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2346455-F708-25F3-4A5A-E6210F538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068" y="3793935"/>
                <a:ext cx="1156771" cy="100941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B17197-1062-6F0B-BF29-8F3859ADC9A9}"/>
              </a:ext>
            </a:extLst>
          </p:cNvPr>
          <p:cNvCxnSpPr>
            <a:cxnSpLocks/>
          </p:cNvCxnSpPr>
          <p:nvPr/>
        </p:nvCxnSpPr>
        <p:spPr>
          <a:xfrm>
            <a:off x="4267079" y="3714557"/>
            <a:ext cx="346242" cy="4920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4E60D1-0E34-BEBD-2D12-811DD691F64A}"/>
              </a:ext>
            </a:extLst>
          </p:cNvPr>
          <p:cNvSpPr txBox="1"/>
          <p:nvPr/>
        </p:nvSpPr>
        <p:spPr>
          <a:xfrm>
            <a:off x="2997392" y="3036385"/>
            <a:ext cx="1266940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Level 2 covariates for across children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E7AD450-7233-8CB9-5175-7A2A7ECA6A5E}"/>
              </a:ext>
            </a:extLst>
          </p:cNvPr>
          <p:cNvSpPr/>
          <p:nvPr/>
        </p:nvSpPr>
        <p:spPr>
          <a:xfrm>
            <a:off x="5986312" y="3074312"/>
            <a:ext cx="1156771" cy="100941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Level 2 covariate </a:t>
            </a:r>
            <a:r>
              <a:rPr lang="en-US" sz="1200" dirty="0" err="1">
                <a:solidFill>
                  <a:schemeClr val="tx1"/>
                </a:solidFill>
              </a:rPr>
              <a:t>coeffs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677B02-2B64-8511-A95C-148EC59F0890}"/>
              </a:ext>
            </a:extLst>
          </p:cNvPr>
          <p:cNvCxnSpPr>
            <a:cxnSpLocks/>
            <a:stCxn id="22" idx="3"/>
          </p:cNvCxnSpPr>
          <p:nvPr/>
        </p:nvCxnSpPr>
        <p:spPr>
          <a:xfrm flipH="1">
            <a:off x="5772839" y="3935905"/>
            <a:ext cx="382878" cy="369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2AED706-AA64-A351-C1CB-3BD6505AE3F9}"/>
                  </a:ext>
                </a:extLst>
              </p:cNvPr>
              <p:cNvSpPr/>
              <p:nvPr/>
            </p:nvSpPr>
            <p:spPr>
              <a:xfrm>
                <a:off x="4613321" y="1690840"/>
                <a:ext cx="1156771" cy="1009419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𝑆𝑐h𝑜𝑜𝑙</m:t>
                      </m:r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𝑠𝑝𝑒𝑐𝑖𝑓𝑖𝑐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𝑖𝑛𝑡𝑒𝑟𝑐𝑒𝑝𝑡𝑠</m:t>
                      </m:r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2AED706-AA64-A351-C1CB-3BD6505AE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321" y="1690840"/>
                <a:ext cx="1156771" cy="100941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ABF52F-FA84-342B-8E21-019389940146}"/>
              </a:ext>
            </a:extLst>
          </p:cNvPr>
          <p:cNvCxnSpPr>
            <a:cxnSpLocks/>
          </p:cNvCxnSpPr>
          <p:nvPr/>
        </p:nvCxnSpPr>
        <p:spPr>
          <a:xfrm>
            <a:off x="4264332" y="1611462"/>
            <a:ext cx="346242" cy="4920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D2CA9A9-D7A3-0F76-ABE6-B9F4FA2906B6}"/>
              </a:ext>
            </a:extLst>
          </p:cNvPr>
          <p:cNvSpPr txBox="1"/>
          <p:nvPr/>
        </p:nvSpPr>
        <p:spPr>
          <a:xfrm>
            <a:off x="2994645" y="933290"/>
            <a:ext cx="1266940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Level 3 covariates for across schools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5C0D5A-5841-35AB-F5F6-1859471B0662}"/>
              </a:ext>
            </a:extLst>
          </p:cNvPr>
          <p:cNvSpPr/>
          <p:nvPr/>
        </p:nvSpPr>
        <p:spPr>
          <a:xfrm>
            <a:off x="5983565" y="971217"/>
            <a:ext cx="1156771" cy="100941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Level 3 covariate </a:t>
            </a:r>
            <a:r>
              <a:rPr lang="en-US" sz="1200" dirty="0" err="1">
                <a:solidFill>
                  <a:schemeClr val="tx1"/>
                </a:solidFill>
              </a:rPr>
              <a:t>coeffs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7B7189-6468-F4CF-7749-1AB954DDC2FD}"/>
              </a:ext>
            </a:extLst>
          </p:cNvPr>
          <p:cNvCxnSpPr>
            <a:cxnSpLocks/>
            <a:stCxn id="27" idx="3"/>
          </p:cNvCxnSpPr>
          <p:nvPr/>
        </p:nvCxnSpPr>
        <p:spPr>
          <a:xfrm flipH="1">
            <a:off x="5770092" y="1832810"/>
            <a:ext cx="382878" cy="369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FFA0B3-41AB-C402-A53D-9C3C5D6B98EF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5179525" y="2700259"/>
            <a:ext cx="12182" cy="10936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DD99059-6782-6444-E8AA-118382E9691D}"/>
              </a:ext>
            </a:extLst>
          </p:cNvPr>
          <p:cNvCxnSpPr/>
          <p:nvPr/>
        </p:nvCxnSpPr>
        <p:spPr>
          <a:xfrm>
            <a:off x="2740454" y="2843478"/>
            <a:ext cx="49025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59B172-9987-B7F9-CD9E-F9B5B9FC95F6}"/>
              </a:ext>
            </a:extLst>
          </p:cNvPr>
          <p:cNvCxnSpPr/>
          <p:nvPr/>
        </p:nvCxnSpPr>
        <p:spPr>
          <a:xfrm>
            <a:off x="2722883" y="4849886"/>
            <a:ext cx="49025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059CCDD-6F1A-3617-C6B3-520DF24185DA}"/>
              </a:ext>
            </a:extLst>
          </p:cNvPr>
          <p:cNvSpPr txBox="1"/>
          <p:nvPr/>
        </p:nvSpPr>
        <p:spPr>
          <a:xfrm>
            <a:off x="2853369" y="6114360"/>
            <a:ext cx="123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2DF640-2A5C-96C3-E031-16777DE55174}"/>
              </a:ext>
            </a:extLst>
          </p:cNvPr>
          <p:cNvSpPr txBox="1"/>
          <p:nvPr/>
        </p:nvSpPr>
        <p:spPr>
          <a:xfrm>
            <a:off x="2763861" y="4399282"/>
            <a:ext cx="123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371BB8-6091-BAFA-B1AC-842F07873628}"/>
              </a:ext>
            </a:extLst>
          </p:cNvPr>
          <p:cNvSpPr txBox="1"/>
          <p:nvPr/>
        </p:nvSpPr>
        <p:spPr>
          <a:xfrm>
            <a:off x="2774878" y="2402537"/>
            <a:ext cx="123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812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93</Words>
  <Application>Microsoft Macintosh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Peterson</dc:creator>
  <cp:lastModifiedBy>Emily Peterson</cp:lastModifiedBy>
  <cp:revision>1</cp:revision>
  <dcterms:created xsi:type="dcterms:W3CDTF">2024-07-28T16:21:26Z</dcterms:created>
  <dcterms:modified xsi:type="dcterms:W3CDTF">2024-08-22T19:42:37Z</dcterms:modified>
</cp:coreProperties>
</file>