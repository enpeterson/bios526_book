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son, Emily" userId="676e04c8-c061-4335-a7c6-315b16b0f623" providerId="ADAL" clId="{01E81236-51FF-4745-A36A-171087AAFF93}"/>
    <pc:docChg chg="modSld">
      <pc:chgData name="Peterson, Emily" userId="676e04c8-c061-4335-a7c6-315b16b0f623" providerId="ADAL" clId="{01E81236-51FF-4745-A36A-171087AAFF93}" dt="2024-08-21T14:59:33.776" v="2" actId="1076"/>
      <pc:docMkLst>
        <pc:docMk/>
      </pc:docMkLst>
      <pc:sldChg chg="modSp mod">
        <pc:chgData name="Peterson, Emily" userId="676e04c8-c061-4335-a7c6-315b16b0f623" providerId="ADAL" clId="{01E81236-51FF-4745-A36A-171087AAFF93}" dt="2024-08-21T14:59:33.776" v="2" actId="1076"/>
        <pc:sldMkLst>
          <pc:docMk/>
          <pc:sldMk cId="979785659" sldId="256"/>
        </pc:sldMkLst>
        <pc:spChg chg="mod">
          <ac:chgData name="Peterson, Emily" userId="676e04c8-c061-4335-a7c6-315b16b0f623" providerId="ADAL" clId="{01E81236-51FF-4745-A36A-171087AAFF93}" dt="2024-08-21T14:59:33.776" v="2" actId="1076"/>
          <ac:spMkLst>
            <pc:docMk/>
            <pc:sldMk cId="979785659" sldId="256"/>
            <ac:spMk id="4" creationId="{70F66162-D650-064E-C65B-6B8F52494F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376A-378B-7671-BDD3-49CCE1E56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7F47E-1011-9208-62FE-F7D8C7C6D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15DB-3D1C-D5B6-8754-6EEE8E1D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89792-A1C8-5FE5-5126-C06DB9DD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BBB5-5526-94D7-392C-34A9EE9B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AD60-3F0E-904A-1974-2380124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E29FA-4575-55F5-2FDD-FD19F23E4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BF5FC-DAAF-A6F3-8A59-82A1A776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D275-B153-D4E5-5D69-41B422D8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2F57-FEE0-A781-16B9-C88543B8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9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5A1C-62B4-9AAB-34EC-52A79D8B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05469-D661-9D01-098E-08DCC153A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9D6AC-D69B-73B1-94E6-1E7D7ED5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798AF-17FD-1C43-87E3-9D12A532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8099F-4DDC-0930-C61B-36FE1AEF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0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EAB0-840A-700A-778E-2F0A75B5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D91E4-FEC0-8727-2D3B-B19F476A6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986F7-0F61-5131-3129-8176B2C20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6404F-50F5-F191-5E1E-98318D06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70978-61CD-597C-AD0F-2FAB6F70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54FBC-53FD-C5BD-5249-59F4E493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5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3D92-5D4E-DF9F-2F16-BCB431FD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53554-D5F9-9053-AACC-691C979C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7B036-38ED-848E-4D6C-DD1F2B12F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6F26-5ACD-79B4-A601-0ECB1579B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A94FF-28A5-9D36-2669-6CCA23A78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00700-6B33-44D1-5779-423987EE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73812-DA13-D8F5-AB2D-BA2D1C88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780A1-E2E5-9DD3-F6EC-66F0C96D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9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CF22-6199-D66F-133C-9167E958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1D769-44B4-A746-7F64-F4A8096CD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31391-CA5F-9898-BADA-3DD7B099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A94D6-D2DD-0343-FCD5-81DFBC15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56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CC4DB-B95F-BCC8-3A5C-D53B8F5F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61B1A-9F3E-490F-D28D-E151AA3F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B43A7-FAC4-4D89-B957-D6F80FB6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9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35BC-9F71-242F-2C32-D52AAA6F0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0C03-193F-83C9-A8F7-3CD296FCE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09389-F9CC-CE48-962E-A007F16B2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42B99-C2B3-6502-3899-AE804B4D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4B84B-0012-D42B-A630-DD43D53C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4790-5EFC-60C7-5887-4EA204E6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9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B8A0-31A6-4A75-360C-FAE8B689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BF6AD-F110-F6CF-D1E6-3B8F2135A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6B6AC-1206-F1B3-DC9B-88804645F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0D8BD-8385-1064-A948-4D954F4B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F0BFD-6D2B-104E-E8C2-16E4F3C0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9194D-5A78-AD53-C39F-7F1C1583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0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76B4-ACC1-E1A9-930F-F047E7C5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FA4C3-CE21-2388-65C2-09BBB79DA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89613-D43D-E9FE-B292-ACFF890B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72D73-37B4-1205-5339-D3528199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04FA-2200-A572-36B0-D3054B03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AFBD9-D172-1C31-9902-5044E5FBA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80AAD-C1C8-3018-8793-428BCFF08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07DA-509B-45A9-9EAE-8956A589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2632-2E24-5A49-75ED-EF370FA4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2709-A951-A141-1920-19596D86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1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461E7-1220-A10E-4427-735AE4DD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3A811-74CC-E98F-3D0D-DC3115A4A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A564-C345-6669-3199-B3D4BFAB1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2ADD4-DE4F-7442-90A4-65F5F8F4700F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15E6-556B-FF6B-D546-B5A78EC06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E8A2-A8E4-5A6D-C163-F8A5C581A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4BABA-D4BB-1F47-BA78-E08F59A5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8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F66162-D650-064E-C65B-6B8F52494F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8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Peterson</dc:creator>
  <cp:lastModifiedBy>Emily Peterson</cp:lastModifiedBy>
  <cp:revision>1</cp:revision>
  <dcterms:created xsi:type="dcterms:W3CDTF">2024-08-21T14:55:50Z</dcterms:created>
  <dcterms:modified xsi:type="dcterms:W3CDTF">2024-08-21T14:59:37Z</dcterms:modified>
</cp:coreProperties>
</file>